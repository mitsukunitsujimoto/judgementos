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AI時代の意思決定をどう変えるか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〜前提を照らし、判断を引き受ける〜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2026年7月10日 ／ 内外情勢調査会 静岡・志太支部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辻本 光邦 ／ 株式会社インサイトパワーズ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本当のテーマ：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見えなくなった「守ろうとしているもの」と向き合う。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経営者の仕事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正しい答えを出す人ではない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正しいこと同士の優先順位を決める人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自分の名前で引き受ける人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Q1 あなただけが決めなければならない判断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Q2 誰の名前で引き受けているか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配布資料の記入欄にメモ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なぜ、いま判断が重いのか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改善は速い。新しいことは難しい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業務は速くなった。判断の根っこは変わったか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AIは合理性を強化しうる。責任は軽くならない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問題は能力不足ではない → 見えなくなったもの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前提とは何か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組織を守ってきたから、残る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守ろうとしているものから生まれる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無意識 / 成功体験×防衛本能 / 本人には見えない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見えているかどうかが問題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前提が見えなくなると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守るもの → 前提 → 空気 → 未来の選択肢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組織を制約しているのは、多くの場合能力不足ではない。見えなくなった前提である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Q-A 何を守ろうとしているか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Q-B 意識しなくなった守るもの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Q-C 選択肢を狭めていないか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APCD（補助線）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覚える必要はない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 前提 → P 目的 → C 基準 → D 判断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照らす → 引き受ける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自己診断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5項目チェック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守ろうとしているもの — 3行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過去の方程式 — 一言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明日15分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5分：守るもの3行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5分：方程式1行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5分：今も有効か — 問いだけ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最後の問い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あなたの会社を最も強く形づけている前提は、何ですか。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その前提は、あなたが決めたものですか。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それとも — 過去が、決めたものですか。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配布資料 — AI時代の意思決定</dc:title>
  <dc:subject>PptxGenJS Presentation</dc:subject>
  <dc:creator>辻本 光邦</dc:creator>
  <cp:lastModifiedBy>辻本 光邦</cp:lastModifiedBy>
  <cp:revision>1</cp:revision>
  <dcterms:created xsi:type="dcterms:W3CDTF">2026-06-27T00:06:11Z</dcterms:created>
  <dcterms:modified xsi:type="dcterms:W3CDTF">2026-06-27T00:06:11Z</dcterms:modified>
</cp:coreProperties>
</file>